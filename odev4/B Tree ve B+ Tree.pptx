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7C9CC4-1ABD-4BA6-A161-6998427242BA}">
  <a:tblStyle styleId="{027C9CC4-1ABD-4BA6-A161-6998427242B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2bb5219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2bb5219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2bb52197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2bb52197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2bb52197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2bb52197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2bb52197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2bb52197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2bb52197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2bb52197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2bb52197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2bb52197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2bb52197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2bb52197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2bb52197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2bb52197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2bb52197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2bb52197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2bb52197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2bb52197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2bb52197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2bb52197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596525"/>
            <a:ext cx="8520600" cy="12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Tree ve B+ Tree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450" y="2992575"/>
            <a:ext cx="3746200" cy="1956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6475" y="2901700"/>
            <a:ext cx="3746200" cy="20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1891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Duygu Naz Yıldırım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B-Tree ve B+ Tree Nedir? </a:t>
            </a:r>
            <a:endParaRPr b="1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-B-Tree ve B+ Tree, çok seviyeli veri yapılarıdır.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-Büyük miktarda veriyi hızlı aramak, eklemek ve silmek için geliştirilmiştir.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-Özellikle disk tabanlı sistemlerde performans sağlar.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-Dengeli ağaç yapısına sahiptirler.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-Veri tabanları ve dosya sistemlerinde yaygın olarak kullanılırlar.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B-Tree ve B+ Tree Çalışma Temelleri ve Amaçları</a:t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968175"/>
            <a:ext cx="8520600" cy="14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-Arama süresini azaltmak ve büyük verilerle hızlı çalışmak.                  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-Disk erişimini minimuma indirmek.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13" y="1945158"/>
            <a:ext cx="4219124" cy="21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0" l="10800" r="11944" t="0"/>
          <a:stretch/>
        </p:blipFill>
        <p:spPr>
          <a:xfrm>
            <a:off x="4998432" y="1945173"/>
            <a:ext cx="4028706" cy="218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5"/>
          <p:cNvCxnSpPr>
            <a:stCxn id="70" idx="3"/>
            <a:endCxn id="71" idx="1"/>
          </p:cNvCxnSpPr>
          <p:nvPr/>
        </p:nvCxnSpPr>
        <p:spPr>
          <a:xfrm>
            <a:off x="4436537" y="3038020"/>
            <a:ext cx="56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" name="Google Shape;73;p15"/>
          <p:cNvSpPr txBox="1"/>
          <p:nvPr/>
        </p:nvSpPr>
        <p:spPr>
          <a:xfrm>
            <a:off x="436425" y="4324275"/>
            <a:ext cx="78996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Örneğin: Soldaki tablo, daha rahat çalışabilmek için sağdaki B-tree’ye dönüştürülmüştür.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B-Tree Yapısı</a:t>
            </a:r>
            <a:endParaRPr b="1"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4918500" cy="38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Her düğüm birden fazla anahtar tutabilir.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-Veriler hem iç düğümlerde hem yapraklarda bulunabilir.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-Ağaç dengeli yapıdadır.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-Tüm yapraklar aynı seviyededir.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-Hızlı arama yapma imkânı tanır.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-Ekleme/Silme işlemlerini dengeli şekilde yapar.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100" y="884425"/>
            <a:ext cx="3746200" cy="1956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 b="18156" l="1060" r="48958" t="2699"/>
          <a:stretch/>
        </p:blipFill>
        <p:spPr>
          <a:xfrm>
            <a:off x="5530913" y="3085450"/>
            <a:ext cx="2856575" cy="189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B+ Tree Yapısı</a:t>
            </a:r>
            <a:endParaRPr b="1"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405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İç düğümlerde sadece anahtarlar bulunur.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-Gerçek veriler yalnızca yaprak düğümlerdedir.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-Yaprak düğümler birbirine bağlıdır.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-Sıralı erişim çok hızlıdır.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-Aralık sorgularında yüksek performans sağlar.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-Veri tabanlarında daha verimlidir.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19193" l="53700" r="988" t="3819"/>
          <a:stretch/>
        </p:blipFill>
        <p:spPr>
          <a:xfrm>
            <a:off x="5558150" y="3042600"/>
            <a:ext cx="2027250" cy="14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8675" y="706925"/>
            <a:ext cx="3746200" cy="20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 Tree ile B+ Tree Farkı</a:t>
            </a:r>
            <a:endParaRPr b="1"/>
          </a:p>
        </p:txBody>
      </p:sp>
      <p:graphicFrame>
        <p:nvGraphicFramePr>
          <p:cNvPr id="95" name="Google Shape;95;p18"/>
          <p:cNvGraphicFramePr/>
          <p:nvPr/>
        </p:nvGraphicFramePr>
        <p:xfrm>
          <a:off x="729525" y="119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{027C9CC4-1ABD-4BA6-A161-6998427242BA}</a:tableStyleId>
              </a:tblPr>
              <a:tblGrid>
                <a:gridCol w="1801475"/>
                <a:gridCol w="937200"/>
                <a:gridCol w="1103800"/>
              </a:tblGrid>
              <a:tr h="472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Özellik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B-Tree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B+ Tree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102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Veri Konumu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Her düğümde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Sadece yaprakta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Sıralı Erişim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Daha yavaş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Daha hızlı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Veri tabanlarında kullanım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Çok yaygın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96" name="Google Shape;96;p18"/>
          <p:cNvCxnSpPr/>
          <p:nvPr/>
        </p:nvCxnSpPr>
        <p:spPr>
          <a:xfrm flipH="1">
            <a:off x="2366525" y="1220875"/>
            <a:ext cx="300" cy="29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8"/>
          <p:cNvCxnSpPr/>
          <p:nvPr/>
        </p:nvCxnSpPr>
        <p:spPr>
          <a:xfrm flipH="1">
            <a:off x="3468200" y="1220875"/>
            <a:ext cx="300" cy="29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8"/>
          <p:cNvCxnSpPr/>
          <p:nvPr/>
        </p:nvCxnSpPr>
        <p:spPr>
          <a:xfrm flipH="1">
            <a:off x="786375" y="1558875"/>
            <a:ext cx="36186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8"/>
          <p:cNvCxnSpPr/>
          <p:nvPr/>
        </p:nvCxnSpPr>
        <p:spPr>
          <a:xfrm flipH="1">
            <a:off x="729525" y="2479425"/>
            <a:ext cx="36186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8"/>
          <p:cNvCxnSpPr/>
          <p:nvPr/>
        </p:nvCxnSpPr>
        <p:spPr>
          <a:xfrm flipH="1">
            <a:off x="729525" y="3348750"/>
            <a:ext cx="36186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1355" y="570050"/>
            <a:ext cx="2696070" cy="190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627" y="2749275"/>
            <a:ext cx="3961674" cy="22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Veri Tabanlarında Kullanımı </a:t>
            </a:r>
            <a:endParaRPr b="1"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134875" y="1017725"/>
            <a:ext cx="4020900" cy="3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Veri tabanlarında milyonlarca kayıt bulunur. B ve B+ Tree’nin bazı özellikleri sayesinde veri tabanlarında tercih edilir.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-Veri hızlı bulunur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-Disk erişimi azalır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-Sorgular hızlanır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-İndeksleme yapılır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Örneğin: Bir öğrenci sisteminde öğrenci numarasını girip hızlıca arama yapabilmek gibi.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3550" y="2179725"/>
            <a:ext cx="5451701" cy="24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MySQL, PostgreSQL ve MongoDB Örnekleri</a:t>
            </a:r>
            <a:endParaRPr b="1"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152475"/>
            <a:ext cx="8520600" cy="38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MySQL: İndeksleme için B+ Tree kullanır, SELECT sorgularını hızlandırır ve büyük tablolarda performans sağlar.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-PostgreSQL: Varsayılan indeks yapısı B-Tree’dir, sıralama ve filtreleme işlemlerinde etkilidir.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-MongoDB: B-Tree benzeri indeksleme yapıları kullanır ve büyük veri üzerinde hızlı erişim sağlar.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Yani B Tree yapısı birçok modern veritabanının temelinde yer alır.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Arama Motorları ve Büyük Veri Sistemleri</a:t>
            </a:r>
            <a:endParaRPr b="1"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Arama motorları gibi büyük veriler kullanan sistemlerde milyonlarca, bazen milyarlarca kayıt olabilir. Bu tür kayıtlara hızlıca erişmek ve düzenleme konusunda B Treelerin oldukça katkısı vardır.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 Tree veri bloklarını düzenli yapısıyla düzende tutar, arama işlemlerini hızlandırır ve disk erişimini azaltır.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Örneğin: Bir e-ticaret sitesinde ürün adı yazıldığında sonuçların anında ekranımıza düşmesi gibi.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Günlük Hayattan Örnekler</a:t>
            </a:r>
            <a:endParaRPr b="1"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060325"/>
            <a:ext cx="46149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 Tree yalnızca bir veri yapısı değil aynı zamanda bir sistemdir. Bu sistemin günlük hayatımızda benzediği bazı yapılar ise şu şekildedir: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Bir kütüphanede:</a:t>
            </a:r>
            <a:endParaRPr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>
                <a:solidFill>
                  <a:srgbClr val="000000"/>
                </a:solidFill>
              </a:rPr>
              <a:t>Kitaplar kategorilere ayrılır.</a:t>
            </a:r>
            <a:endParaRPr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>
                <a:solidFill>
                  <a:srgbClr val="000000"/>
                </a:solidFill>
              </a:rPr>
              <a:t>Raflar düzenlidir.</a:t>
            </a:r>
            <a:endParaRPr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>
                <a:solidFill>
                  <a:srgbClr val="000000"/>
                </a:solidFill>
              </a:rPr>
              <a:t>Aranan kitap doğrudan ilgili bölüme gidilerek bulunur.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 Tree: Bazı bilgiler ara rafta bulunabilir. Ara seviyelerde de kayıt olabilir.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B+ Tree: Gerçek kitaplar alt raflarda tutulur. Alt raflar birbirine bağlıdır.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6600" y="273775"/>
            <a:ext cx="3426800" cy="254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 rotWithShape="1">
          <a:blip r:embed="rId4">
            <a:alphaModFix/>
          </a:blip>
          <a:srcRect b="10072" l="0" r="0" t="0"/>
          <a:stretch/>
        </p:blipFill>
        <p:spPr>
          <a:xfrm>
            <a:off x="5687200" y="2974550"/>
            <a:ext cx="3254000" cy="20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8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 Veri Yapıları Neden Önemlidir ve Gelecekte Kullanılmaya Devam Edilecek mi?</a:t>
            </a:r>
            <a:endParaRPr b="1"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446200"/>
            <a:ext cx="8520600" cy="33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Günümüzde veri miktarları çok büyük olduğundan bu veri miktarlarını hızlı sistemlere entegre edebilmek için kullanılan veri yapıları çok önemlidir.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-Sosyal medya, arama motorları, e-ticaret siteleri gibi yerlerde kullanılmakta ve kullanılmaya devam edilecektir.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-Kullandığımız her sistem, her yapı gelişmek ve değişmek zorundadır. Yakın gelecekte bu veri yapılarını, uzak gelecekte de bu veri yapılarının, aynı şekilde olmasa da, geliştirilmiş hâllerini kullanacağımızdan eminim.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Yani bu mantık uzun yıllar kullanılmaya devam edilecektir.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39184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Dinlediğiniz için Teşekkür Ederim</a:t>
            </a:r>
            <a:endParaRPr b="1"/>
          </a:p>
        </p:txBody>
      </p:sp>
      <p:sp>
        <p:nvSpPr>
          <p:cNvPr id="141" name="Google Shape;141;p24"/>
          <p:cNvSpPr txBox="1"/>
          <p:nvPr/>
        </p:nvSpPr>
        <p:spPr>
          <a:xfrm>
            <a:off x="294025" y="244675"/>
            <a:ext cx="8301600" cy="3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Kaynakça: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https://www.geeksforgeeks.org/dsa/difference-between-b-tree-and-b-tree/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https://medium.com/@akashsdas_dev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chatgpt.com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https://en.wikipedia.org/wiki/B-tree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